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858" y="2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2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3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4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7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6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8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6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5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66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77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55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0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64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8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0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5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Environmental Sensor Data Monitoring</a:t>
            </a:r>
          </a:p>
          <a:p>
            <a:r>
              <a:rPr dirty="0"/>
              <a:t>(Water Quality in India)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Data Cleaning • SQL Analysis • Dashboard Visualization</a:t>
            </a:r>
          </a:p>
          <a:p>
            <a:r>
              <a:t>Presented by: Prakhar Khandelwal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Objective: Analyze and monitor water quality across India using environmental sensor data.</a:t>
            </a:r>
          </a:p>
          <a:p>
            <a:endParaRPr dirty="0"/>
          </a:p>
          <a:p>
            <a:r>
              <a:rPr dirty="0"/>
              <a:t>Key Tasks:</a:t>
            </a:r>
          </a:p>
          <a:p>
            <a:r>
              <a:rPr dirty="0"/>
              <a:t>Data collection &amp; cleaning</a:t>
            </a:r>
          </a:p>
          <a:p>
            <a:r>
              <a:rPr dirty="0"/>
              <a:t>WQI calculation</a:t>
            </a:r>
          </a:p>
          <a:p>
            <a:r>
              <a:rPr dirty="0"/>
              <a:t>Dashboard creation in Excel</a:t>
            </a:r>
          </a:p>
          <a:p>
            <a:r>
              <a:rPr dirty="0"/>
              <a:t>SQL analysis and visualization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Dataset Source: Kaggle – Water Quality in India</a:t>
            </a:r>
          </a:p>
          <a:p>
            <a:endParaRPr dirty="0"/>
          </a:p>
          <a:p>
            <a:r>
              <a:rPr dirty="0"/>
              <a:t>Key Columns:</a:t>
            </a:r>
          </a:p>
          <a:p>
            <a:r>
              <a:rPr dirty="0" err="1"/>
              <a:t>Monitoring_Location</a:t>
            </a:r>
            <a:r>
              <a:rPr dirty="0"/>
              <a:t> – Sampling site name</a:t>
            </a:r>
          </a:p>
          <a:p>
            <a:r>
              <a:rPr dirty="0" err="1"/>
              <a:t>Type_Water_Body</a:t>
            </a:r>
            <a:r>
              <a:rPr dirty="0"/>
              <a:t> – River, Lake, Canal, Pond, etc.</a:t>
            </a:r>
          </a:p>
          <a:p>
            <a:r>
              <a:rPr dirty="0" err="1"/>
              <a:t>State_Name</a:t>
            </a:r>
            <a:r>
              <a:rPr dirty="0"/>
              <a:t> – State of monitoring location</a:t>
            </a:r>
          </a:p>
          <a:p>
            <a:r>
              <a:rPr dirty="0" err="1"/>
              <a:t>avg_temperature</a:t>
            </a:r>
            <a:r>
              <a:rPr dirty="0"/>
              <a:t>, </a:t>
            </a:r>
            <a:r>
              <a:rPr dirty="0" err="1"/>
              <a:t>avg_DO</a:t>
            </a:r>
            <a:r>
              <a:rPr dirty="0"/>
              <a:t>, </a:t>
            </a:r>
            <a:r>
              <a:rPr dirty="0" err="1"/>
              <a:t>avg_BOD</a:t>
            </a:r>
            <a:r>
              <a:rPr dirty="0"/>
              <a:t>, </a:t>
            </a:r>
            <a:r>
              <a:rPr dirty="0" err="1"/>
              <a:t>avg_pH</a:t>
            </a:r>
            <a:r>
              <a:rPr dirty="0"/>
              <a:t> – Core water parameters</a:t>
            </a:r>
          </a:p>
          <a:p>
            <a:r>
              <a:rPr dirty="0"/>
              <a:t>WQI – Water Quality Index</a:t>
            </a:r>
          </a:p>
          <a:p>
            <a:r>
              <a:rPr dirty="0" err="1"/>
              <a:t>WQI_Category</a:t>
            </a:r>
            <a:r>
              <a:rPr dirty="0"/>
              <a:t> – Classification (Excellent, Good, Poor, Very Poor, Unsuitable)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Steps Performed:</a:t>
            </a:r>
          </a:p>
          <a:p>
            <a:r>
              <a:rPr dirty="0"/>
              <a:t> Removed duplicates and missing values</a:t>
            </a:r>
          </a:p>
          <a:p>
            <a:r>
              <a:rPr dirty="0"/>
              <a:t> Combined Min/Max columns into average values</a:t>
            </a:r>
          </a:p>
          <a:p>
            <a:r>
              <a:rPr dirty="0"/>
              <a:t> Standardized column names</a:t>
            </a:r>
          </a:p>
          <a:p>
            <a:r>
              <a:rPr dirty="0"/>
              <a:t> Calculated WQI using weighted factors:</a:t>
            </a:r>
          </a:p>
          <a:p>
            <a:r>
              <a:rPr dirty="0"/>
              <a:t> Dissolved Oxygen, pH, BOD, Conductivity, Total Coliform</a:t>
            </a:r>
          </a:p>
          <a:p>
            <a:r>
              <a:rPr dirty="0"/>
              <a:t>Categorized WQI into 5 quality classes (Excellent → Unsuitable)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Dashboard Components:</a:t>
            </a:r>
          </a:p>
          <a:p>
            <a:r>
              <a:rPr dirty="0"/>
              <a:t>Distribution of Water Bodies (Pie Chart)</a:t>
            </a:r>
          </a:p>
          <a:p>
            <a:r>
              <a:rPr dirty="0"/>
              <a:t>Average WQI by Water Body Type &amp; State</a:t>
            </a:r>
          </a:p>
          <a:p>
            <a:r>
              <a:rPr dirty="0"/>
              <a:t>Top 10 Locations by WQI (Worst to Best)</a:t>
            </a:r>
          </a:p>
          <a:p>
            <a:r>
              <a:rPr dirty="0"/>
              <a:t>Yearly Trend of WQI (Line Chart)</a:t>
            </a:r>
          </a:p>
          <a:p>
            <a:r>
              <a:rPr dirty="0"/>
              <a:t>WQI Category Distribution (Doughnut Chart)</a:t>
            </a:r>
          </a:p>
          <a:p>
            <a:r>
              <a:rPr dirty="0"/>
              <a:t>KPI Cards – Average WQI, Total Monitoring Stations</a:t>
            </a:r>
          </a:p>
          <a:p>
            <a:endParaRPr dirty="0"/>
          </a:p>
          <a:p>
            <a:r>
              <a:rPr dirty="0"/>
              <a:t>Key Insights:</a:t>
            </a:r>
          </a:p>
          <a:p>
            <a:r>
              <a:rPr dirty="0"/>
              <a:t>Rivers are most monitored sources (~60%)</a:t>
            </a:r>
          </a:p>
          <a:p>
            <a:r>
              <a:rPr dirty="0"/>
              <a:t>Many regions fall in 'Poor' to 'Very Poor' categories</a:t>
            </a:r>
          </a:p>
          <a:p>
            <a:r>
              <a:rPr dirty="0"/>
              <a:t>BOD &amp; Fecal Coliform are main factors of poor quality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Conclusion:</a:t>
            </a:r>
          </a:p>
          <a:p>
            <a:r>
              <a:rPr dirty="0"/>
              <a:t>Majority of monitored water sources show poor quality.</a:t>
            </a:r>
          </a:p>
          <a:p>
            <a:r>
              <a:rPr dirty="0"/>
              <a:t>SQL and Excel dashboards help identify polluted regions quickly.</a:t>
            </a:r>
          </a:p>
          <a:p>
            <a:r>
              <a:rPr dirty="0"/>
              <a:t>Enables better environmental decision-making.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Integrate real-time IoT water sensors.</a:t>
            </a:r>
          </a:p>
          <a:p>
            <a:r>
              <a:rPr dirty="0"/>
              <a:t>Extend to air quality data for unified environmental tracking.</a:t>
            </a:r>
          </a:p>
          <a:p>
            <a:r>
              <a:rPr dirty="0"/>
              <a:t>Build predictive models to forecast future WQI trends.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343</Words>
  <Application>Microsoft Office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Environmental Sensor Data Monitoring (Water Quality in India)</vt:lpstr>
      <vt:lpstr>Project Overview</vt:lpstr>
      <vt:lpstr>Dataset Description</vt:lpstr>
      <vt:lpstr>Data Cleaning &amp; Preprocessing</vt:lpstr>
      <vt:lpstr>Dashboard Insights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Prakhar Khandelwal</cp:lastModifiedBy>
  <cp:revision>2</cp:revision>
  <dcterms:created xsi:type="dcterms:W3CDTF">2013-01-27T09:14:16Z</dcterms:created>
  <dcterms:modified xsi:type="dcterms:W3CDTF">2025-11-11T12:11:29Z</dcterms:modified>
  <cp:category/>
</cp:coreProperties>
</file>